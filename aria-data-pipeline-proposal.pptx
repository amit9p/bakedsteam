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6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39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proposal for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128016" cy="128016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840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Agentic Hub architecture and ARIA evaluation docs.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Prasad · Principal Data Engineer, AI ·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needs three things from the data platform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6F2EF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with CIS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in, ranked recommendations out, coder decisions back. Event-driven, minutes not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CE8F6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11680"/>
            <a:ext cx="384048" cy="384048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vocabulary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54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— silver, Abstractor, graph, rules, gold — uses the same field names and values. 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84048" cy="38404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reproducible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54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carries the versions that made it. Same chart, same rules, same answer — years later, for a CMS audit.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 — draft for discussion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 — four lanes, one chart, one loop</a:t>
            </a:r>
            <a:endParaRPr lang="en-US" sz="2400" dirty="0"/>
          </a:p>
        </p:txBody>
      </p:sp>
      <p:pic>
        <p:nvPicPr>
          <p:cNvPr id="3" name="Image 0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754" y="777240"/>
            <a:ext cx="9233445" cy="5577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 — draft for discussion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through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Maria, 72, Humana · chart CH-8841 · three diagnosis mentions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84048" cy="384048"/>
          </a:xfrm>
          <a:prstGeom prst="ellipse">
            <a:avLst/>
          </a:prstGeom>
          <a:solidFill>
            <a:srgbClr val="5A6470"/>
          </a:solidFill>
          <a:ln w="12700">
            <a:solidFill>
              <a:srgbClr val="5A64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45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runs its NLP, publishes one event per chart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it raw in bronze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51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into the shared schema; add HCC from reference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384048" cy="384048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Abstractor: current? who said it? MEAT proof? — cites the sentence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a graph: condition → evidence → doctor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Auditor: six rule checks per code, no AI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00016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663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row per code with versions; publish back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rgbClr val="5A6470"/>
          </a:solidFill>
          <a:ln w="12700">
            <a:solidFill>
              <a:srgbClr val="5A64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166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sees ranked cards, accepts / rejects / overrides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705856"/>
            <a:ext cx="384048" cy="38404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705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669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stored — Phase 2 turns them into the scorecard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89520" y="164592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3F4F8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63840" y="2331720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F7A6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01000" y="2386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with CKD · E11.22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Codeable · 93%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63840" y="3200400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F7A6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01000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stage 3 · N18.30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Codeable · 90%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63840" y="4069080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01000" y="41239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· I50.9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0100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coder · 61%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4983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cites the exact sentence. The coder accepts two and overrides the third to the more specific I50.22 — about four minutes instead of twenty.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 — draft for discussion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loop first, measure it second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a complete, demonstrable loop. Phase 2 reads what Phase 1 stored.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6F2EF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the loop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event contracts with CIS: chart in, feedback 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 (CCDM), graph store, gold — on Delta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Abstractor and Auditor hosted as versioned jobs, wrappers if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Store and reference data loaded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coder decision captured — nothing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chart flows end to end, cards appear in CIS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the scorecard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join: coder decisions vs our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override rate — per HCC, per date of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 traced to the component that caused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replayed before any new version goes live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drift alerts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the evidence the eval doc needs before AutoPilot is discussed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 — draft for discussion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schema is the first workstream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CCDM — one dictionary for boxes 3 to 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F3F4F8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1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in the POC uses its own words for the same fact — “present”, “affirmed”, “documented diagnosis”. A rule written as assertion = ACTIVE can’t run against a graph that says “affirmed”. Nothing can be reused until the words match.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E6F2EF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dictionary with Reva — small, just what ARIA needs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it at silver; anything that doesn’t match is quarantined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it; rules record the version they were written against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Abstractor and Auditor adopt it, or get thin wrappers in and out until they 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6916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small tables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— loaded once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578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allowed value for every controlled field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9077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source_map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input’s words become CCDM words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2369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code_reference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→ HCC → weight, by year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tables — filled every chart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9959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visit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325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doctor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654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condition_mention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place a condition is mentioned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9834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evidence_span  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supporting sentence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chart_id and ccdm_version.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 — draft for discussion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end to end, event-driven, cloud-agnostic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the data team already runs; the GCP move becomes a lift, not a rewrite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84248"/>
            <a:ext cx="146304" cy="146304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for every layer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graph, gold, evaluation — one storage format, Unity Catalog for PHI access control.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984248"/>
            <a:ext cx="146304" cy="146304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for the per-chart path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331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in, Structured Streaming through, Kafka out. A chart flows the moment it arrives; ten charts run in parallel.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24528"/>
            <a:ext cx="146304" cy="146304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for the scheduled work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572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loads, Policy-to-Logic runs with approval, nightly metrics, golden replays.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12700">
            <a:solidFill>
              <a:srgbClr val="D6DB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224528"/>
            <a:ext cx="146304" cy="146304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 on the same workspace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572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Abstractor and Auditor hosted as versioned jobs. Moving the POC here is the first project — it forces the clean split.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data pipeline — draft for discussion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384048" cy="384048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team — can they publish the two events: chart-ready out, coder-feedback back?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385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 — are the Abstractor and Auditor separately callable today, or one script?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054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draft CCDM schema, or do we start from the taxonomy?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723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an existing cluster, or which managed option?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6393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 the runtime for the AI components too — does that fit the platform direction?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D81B85"/>
          </a:solidFill>
          <a:ln w="12700">
            <a:solidFill>
              <a:srgbClr val="D81B8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206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environments are approved to hold real PHI?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932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data pipeline — proposal</dc:title>
  <dc:subject>PptxGenJS Presentation</dc:subject>
  <dc:creator>Amit Prasad</dc:creator>
  <cp:lastModifiedBy>Amit Prasad</cp:lastModifiedBy>
  <cp:revision>6</cp:revision>
  <dcterms:created xsi:type="dcterms:W3CDTF">2026-09-13T21:42:33Z</dcterms:created>
  <dcterms:modified xsi:type="dcterms:W3CDTF">2026-09-13T22:21:49Z</dcterms:modified>
</cp:coreProperties>
</file>